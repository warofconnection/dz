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1. Предварительное проектирование сети поликлиники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МГТУ им. Н. Э. Баумана · факультет ИУ · кафедра ИУ-10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Дисциплина: «Информационно-телекоммуникационные системы»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Домашнее задание № 1 · Вариант 8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Выполнил: Устинов Илья Максимович · Группа: ИУ10-59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Проверила: Федорова В. А. · Москва,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2. Постановка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Спроектировать ЛВС городской поликлиники: центральный корпус и два филиала в разных районах города.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Обеспечить МИС, обмен исследованиями, почту, Интернет, печать и беспроводной доступ.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Результаты: проект, расчёты DOCX, планы этажей и логическая модель Cisco Packet Tracer.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Межэтажные и межкорпусные связи — через маршрутизаторы.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3. Здания и размещение на местности</a:t>
            </a:r>
          </a:p>
        </p:txBody>
      </p:sp>
      <p:pic>
        <p:nvPicPr>
          <p:cNvPr id="3" name="Picture 2" descr="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700" y="1051560"/>
            <a:ext cx="10780294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4. Организационная структура и взаимодействие</a:t>
            </a:r>
          </a:p>
        </p:txBody>
      </p:sp>
      <p:pic>
        <p:nvPicPr>
          <p:cNvPr id="3" name="Picture 2" descr="or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222" y="1051560"/>
            <a:ext cx="916325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5. Прикладные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Регистратура: запись на приём и управление расписанием.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Врачи и сестринская служба: электронные карты, назначения, результаты.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Диагностика: исследования DICOM, передача в архив PACS.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Администрация: отчётность; ИТ: обслуживание и резервное копирование.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Все площадки: почта, Интернет, печать; посетители: изолированный Wi-Fi.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6. Программное обеспечение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84 ПК: Windows 11 Pro / совместимая Linux, браузер, офисный пакет, почта, защита рабочих станций.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Диагностика: DICOM-просмотрщик.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3 сервера: МИС и PostgreSQL; DNS и почта; файлы, PACS и резервное копирование.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В Packet Tracer: только учебная имитация HTTP, DNS и EMAIL; МИС/PACS не развёртываются.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7. Максимальная нагрузка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Часы наибольшей нагрузки: 08:00–11:00 и 16:00–18:00.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C = 1,25 × 1,20 × ΣR; 25% служебный запас, 20% рост.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C1: 180,6; C2: 132,6; каждый филиал: 92,7 Мбит/с.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Серверные потоки: 375,6 Мбит/с; стык C1–EDGE: 351 Мбит/с.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Интернет: 123 Мбит/с → канал 200 Мбит/с.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Подробные исходные значения и расчёты: «Расчёты_вариант_8.docx».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8. Стандарт, кабель и топология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Иерархическая звезда с отдельными этажными сегментами.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Рабочие подключения: 1000BASE-T, Cat6 U/UTP LSZH.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Межэтажная магистраль: 1000BASE-SX, OM3, 15 м к закупке.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Удалённые филиалы: операторские Ethernet-каналы по 100 Мбит/с.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На этажах — коммутаторы; между этажами и зданиями — маршрутизаторы.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Учебный 2960: 100 Мбит/с к ПК, 1 Гбит/с на магистрали.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9. Количество и характеристики оборудования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84 ПК: 16 ГБ, SSD 512 ГБ, 1GbE. 3 сервера: 64 ГБ ECC, зеркальные SSD.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5 маршрутизаторов: 4 этажных и 1 пограничный.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6 коммутаторов по 24 порта: 144 порта, 99 подключений.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4 точки Wi-Fi; 8 сетевых МФУ; 4 стойки; 7 ИБП.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Ориентиры: Cisco C1111-8P, CBS350-24P-4G, TP-Link EAP610.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Модели, лицензии и цены требуют проверки по актуальным предложениям.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10. Структурная схема: Центральный корпус — этаж 1</a:t>
            </a:r>
          </a:p>
        </p:txBody>
      </p:sp>
      <p:pic>
        <p:nvPicPr>
          <p:cNvPr id="3" name="Picture 2" descr="floor-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269" y="1051560"/>
            <a:ext cx="876315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10. Структурная схема: Центральный корпус — этаж 2</a:t>
            </a:r>
          </a:p>
        </p:txBody>
      </p:sp>
      <p:pic>
        <p:nvPicPr>
          <p:cNvPr id="3" name="Picture 2" descr="floor-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269" y="1051560"/>
            <a:ext cx="876315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10. Структурная схема: Филиал 1 — этаж 1</a:t>
            </a:r>
          </a:p>
        </p:txBody>
      </p:sp>
      <p:pic>
        <p:nvPicPr>
          <p:cNvPr id="3" name="Picture 2" descr="floor-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269" y="1051560"/>
            <a:ext cx="876315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10. Структурная схема: Филиал 2 — этаж 1</a:t>
            </a:r>
          </a:p>
        </p:txBody>
      </p:sp>
      <p:pic>
        <p:nvPicPr>
          <p:cNvPr id="3" name="Picture 2" descr="floor-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269" y="1051560"/>
            <a:ext cx="876315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11. Расчёт кабеля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Индивидуальные трассы вычислены по координатам планов, через коридорный лоток.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99 линий Cat6: 2868.4 м; с 20% запасом: 3442.1 м.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Закупка: 12 бухт × 305 м = 3660 м.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Межэтажная оптика: 12 м трасса → 15 м с запасом.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Максимальная линия Cat6: 46.8 м; ограничения 90/100 м соблюдены.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Подробная ведомость: DOCX и cable-routes.csv.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12. Смета оборудования и кабеля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Оценка капитальных затрат: 9,061,750 ₽.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Полная таблица количества, единичных цен и стоимости: DOCX.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Цены — бюджетные допущения; актуальные коммерческие предложения ещё не собраны.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Не включены монтаж, лицензии, оплата каналов оператора и отдельное резервное хранилище.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До окончательной сдачи требуется анализ рынка и уточнение сметы.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13. Логическая схема — проектный эскиз</a:t>
            </a:r>
          </a:p>
        </p:txBody>
      </p:sp>
      <p:pic>
        <p:nvPicPr>
          <p:cNvPr id="3" name="Picture 2" descr="logical-dra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468" y="1051560"/>
            <a:ext cx="4236758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13. Файл Cisco и результаты моделирования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Модель: packet-tracer/clinic8.pkt; Cisco Packet Tracer 8.2.2.0400.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84 ПК, 4 гостевых планшета, 112 кабелей; сохранены VLAN и WPA2/AES.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Пользователь подтвердил связь C2/B1/B2 с МИС и внешним сервером; B2 → B1.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С B1 открыты три сайта по DNS-именам; доставлена почта B1 → C1 и C2 → B2.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На всех четырёх гостевых площадках внешний HTTP доступен, внутренний ICMP/HTTP заблокирован.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Нужен настоящий скриншот; на планшетах C1/B1 следует сохранить DHCP вместо Static.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14. Заключение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Разработан проект сети трёх площадок: 112 сотрудников, 84 ПК, 99 подключений.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Рассчитаны пиковая нагрузка, кабельные трассы и предварительная смета.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Согласованы этажная маршрутизация, гостевые сегменты и серверные службы.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Модель сохранена; выполненные пользователем проверки связи и служб зафиксированы.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Для завершения оформления: скриншот Cisco, DHCP планшетов C1/B1, подтверждение цен и комплектаций.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