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Домашнее задание № 1 · Вариант 8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2. 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Спроектировать ЛВС городской поликлиники: центральный корпус и два филиала в разных районах города.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Результаты: проект, расчёты DOCX, планы этажей и логическая модель Cisco Packet Tracer.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00" y="1051560"/>
            <a:ext cx="107802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22" y="1051560"/>
            <a:ext cx="91632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5. Прикладные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Регистратура: запись на приём и управление расписанием.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Врачи и сестринская служба: электронные карты, назначения, результаты.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исследования DICOM, передача в архив PACS.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Администрация: отчётность; ИТ: обслуживание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Все площадки: почта, Интернет, печать; посетители: изолированный Wi-Fi.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6. Программное обеспечение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Windows 11 Pro / совместимая Linux, браузер, офисный пакет, почта, защита рабочих станций.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DICOM-просмотрщик.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3 сервера: МИС и PostgreSQL; DNS и почта; файлы, PACS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 Packet Tracer: только учебная имитация HTTP, DNS и EMAIL; МИС/PACS не развёртываются.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7. Максимальная нагрузка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Часы наибольшей нагрузки: 08:00–11:00 и 16:00–18:00.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 = 1,25 × 1,20 × ΣR; 25% служебный запас, 20% рост.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C1: 180,6; C2: 132,6; каждый филиал: 92,7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Серверные потоки: 375,6 Мбит/с; стык C1–EDGE: 351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Интернет: 123 Мбит/с → канал 200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Подробные исходные значения и расчёты: «Расчёты_вариант_8.docx».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Иерархическая звезда с отдельными этажными сегментами.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Рабочие подключения: 1000BASE-T, Cat6 U/UTP LSZH.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магистраль: 1000BASE-SX, OM3, 15 м к закупке.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Удалённые филиалы: операторские Ethernet-каналы по 100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этажах — коммутаторы; между этажами и зданиями — маршрутизаторы.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Учебный 2960: 100 Мбит/с к ПК, 1 Гбит/с на магистрали.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16 ГБ, SSD 512 ГБ, 1GbE. 3 сервера: 64 ГБ ECC, зеркальные SSD.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5 маршрутизаторов: 4 этажных и 1 пограничный.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6 коммутаторов по 24 порта: 144 порта,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4 точки Wi-Fi; 8 сетевых МФУ; 4 стойки; 7 ИБП.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Ориентиры: Cisco C1111-8P, CBS350-24P-4G, TP-Link EAP610.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Модели, лицензии и цены требуют проверки по актуальным предложениям.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11. Расчёт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99 линий Cat6: 2868.4 м; с 20% запасом: 3442.1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Закупка: 12 бухт × 305 м = 3660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оптика: 12 м трасса → 15 м с запасом.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Максимальная линия Cat6: 46.8 м; ограничения 90/100 м соблюдены.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Подробная ведомость: DOCX и cable-routes.csv.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Оценка капитальных затрат: 9,061,750 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Полная таблица количества, единичных цен и стоимости: DOCX.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Цены — бюджетные допущения; актуальные коммерческие предложения ещё не собраны.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 окончательной сдачи требуется анализ рынка и уточнение сметы.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Логическая схема Cisco Packet Tracer</a:t>
            </a:r>
          </a:p>
        </p:txBody>
      </p:sp>
      <p:pic>
        <p:nvPicPr>
          <p:cNvPr id="3" name="Picture 2" descr="packet-tra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40" y="1051560"/>
            <a:ext cx="10540013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Модель: packet-tracer/clinic8.pkt; Cisco Packet Tracer 8.2.2.0400.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ПК, 4 гостевых планшета, 112 кабелей; сохранены VLAN и WPA2/AES.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Пользователь подтвердил связь C2/B1/B2 с МИС и внешним сервером; B2 → B1.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 B1 открыты три сайта по DNS-именам; доставлена почта B1 → C1 и C2 → B2.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всех четырёх гостевых площадках внешний HTTP доступен, внутренний ICMP/HTTP заблокирован.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всех четырёх гостевых планшетах сохранён DHCP. Общий вид модели приведён на предыдущем слайде.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14. 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Разработан проект сети трёх площадок: 112 сотрудников, 84 ПК,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Рассчитаны пиковая нагрузка, кабельные трассы и предварительная смета.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Согласованы этажная маршрутизация, гостевые сегменты и серверные службы.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Модель сохранена; выполненные пользователем проверки связи и служб зафиксированы.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Для завершения сметы: подтверждение рыночных цен и комплектаций.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